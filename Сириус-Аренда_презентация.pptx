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7834db23454eae" /><Relationship Type="http://schemas.openxmlformats.org/officeDocument/2006/relationships/extended-properties" Target="/docProps/app.xml" Id="Ra69b8e6c49934de6" /><Relationship Type="http://schemas.openxmlformats.org/officeDocument/2006/relationships/officeDocument" Target="/ppt/presentation.xml" Id="Rc9ae715321bb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c472fa1964048"/>
  </p:sldMasterIdLst>
  <p:notesMasterIdLst>
    <p:notesMasterId xmlns:r="http://schemas.openxmlformats.org/officeDocument/2006/relationships" r:id="R2fc02ec3fdcf4bd9"/>
  </p:notesMasterIdLst>
  <p:sldIdLst>
    <p:sldId xmlns:r="http://schemas.openxmlformats.org/officeDocument/2006/relationships" id="256" r:id="R305b97f1254b427b"/>
    <p:sldId xmlns:r="http://schemas.openxmlformats.org/officeDocument/2006/relationships" id="257" r:id="Ra9f8e7e24265490a"/>
    <p:sldId xmlns:r="http://schemas.openxmlformats.org/officeDocument/2006/relationships" id="258" r:id="R5c6045a896034b05"/>
    <p:sldId xmlns:r="http://schemas.openxmlformats.org/officeDocument/2006/relationships" id="259" r:id="Rd44f413be4464dfe"/>
    <p:sldId xmlns:r="http://schemas.openxmlformats.org/officeDocument/2006/relationships" id="260" r:id="Rc59790091e7d436b"/>
    <p:sldId xmlns:r="http://schemas.openxmlformats.org/officeDocument/2006/relationships" id="261" r:id="Re7f63a3ccfdb4929"/>
    <p:sldId xmlns:r="http://schemas.openxmlformats.org/officeDocument/2006/relationships" id="262" r:id="R41004c37127844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9b2073ac94765" /><Relationship Type="http://schemas.openxmlformats.org/officeDocument/2006/relationships/slideMaster" Target="/ppt/slideMasters/slideMaster1.xml" Id="R9cfc472fa1964048" /><Relationship Type="http://schemas.openxmlformats.org/officeDocument/2006/relationships/notesMaster" Target="/ppt/notesMasters/notesMaster1.xml" Id="R2fc02ec3fdcf4bd9" /><Relationship Type="http://schemas.openxmlformats.org/officeDocument/2006/relationships/presProps" Target="/ppt/presProps.xml" Id="Rd30ed7db694744f1" /><Relationship Type="http://schemas.openxmlformats.org/officeDocument/2006/relationships/tableStyles" Target="/ppt/tableStyles.xml" Id="R3ed5067076414db0" /><Relationship Type="http://schemas.openxmlformats.org/officeDocument/2006/relationships/slide" Target="/ppt/slides/slide1.xml" Id="R305b97f1254b427b" /><Relationship Type="http://schemas.openxmlformats.org/officeDocument/2006/relationships/slide" Target="/ppt/slides/slide2.xml" Id="Ra9f8e7e24265490a" /><Relationship Type="http://schemas.openxmlformats.org/officeDocument/2006/relationships/slide" Target="/ppt/slides/slide3.xml" Id="R5c6045a896034b05" /><Relationship Type="http://schemas.openxmlformats.org/officeDocument/2006/relationships/slide" Target="/ppt/slides/slide4.xml" Id="Rd44f413be4464dfe" /><Relationship Type="http://schemas.openxmlformats.org/officeDocument/2006/relationships/slide" Target="/ppt/slides/slide5.xml" Id="Rc59790091e7d436b" /><Relationship Type="http://schemas.openxmlformats.org/officeDocument/2006/relationships/slide" Target="/ppt/slides/slide6.xml" Id="Re7f63a3ccfdb4929" /><Relationship Type="http://schemas.openxmlformats.org/officeDocument/2006/relationships/slide" Target="/ppt/slides/slide7.xml" Id="R41004c371278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7aa193694b4a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b55f0b4b84f6e" /><Relationship Type="http://schemas.openxmlformats.org/officeDocument/2006/relationships/notesMaster" Target="/ppt/notesMasters/notesMaster1.xml" Id="R3fd2a2c2864042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d121821d8411a" /><Relationship Type="http://schemas.openxmlformats.org/officeDocument/2006/relationships/notesMaster" Target="/ppt/notesMasters/notesMaster1.xml" Id="Rd82b606de0f143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63db97e3e9480b" /><Relationship Type="http://schemas.openxmlformats.org/officeDocument/2006/relationships/notesMaster" Target="/ppt/notesMasters/notesMaster1.xml" Id="Ra6a78a1caf1a47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9d83ac19a24c4a" /><Relationship Type="http://schemas.openxmlformats.org/officeDocument/2006/relationships/notesMaster" Target="/ppt/notesMasters/notesMaster1.xml" Id="R7983497f86a740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09e9895c3c473d" /><Relationship Type="http://schemas.openxmlformats.org/officeDocument/2006/relationships/notesMaster" Target="/ppt/notesMasters/notesMaster1.xml" Id="Rf43586d7d3dc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b48eed2dc4462" /><Relationship Type="http://schemas.openxmlformats.org/officeDocument/2006/relationships/notesMaster" Target="/ppt/notesMasters/notesMaster1.xml" Id="Rb377b5ff17e8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dc0889a7d849e6" /><Relationship Type="http://schemas.openxmlformats.org/officeDocument/2006/relationships/notesMaster" Target="/ppt/notesMasters/notesMaster1.xml" Id="R100ed98f7f82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b341885b7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951f737e145db" /><Relationship Type="http://schemas.openxmlformats.org/officeDocument/2006/relationships/slideLayout" Target="/ppt/slideLayouts/slideLayout1.xml" Id="R9447cfa7a7e7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7cfa7a7e7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d232a4a334a78" /><Relationship Type="http://schemas.openxmlformats.org/officeDocument/2006/relationships/notesSlide" Target="/ppt/notesSlides/notesSlide1.xml" Id="Rd74678e5c8224f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e841570084f7d" /><Relationship Type="http://schemas.openxmlformats.org/officeDocument/2006/relationships/notesSlide" Target="/ppt/notesSlides/notesSlide2.xml" Id="Rfbe7942bcaae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f7ca9049a4ead" /><Relationship Type="http://schemas.openxmlformats.org/officeDocument/2006/relationships/notesSlide" Target="/ppt/notesSlides/notesSlide3.xml" Id="Rb6e871e6a6ec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a818a1ab4971" /><Relationship Type="http://schemas.openxmlformats.org/officeDocument/2006/relationships/notesSlide" Target="/ppt/notesSlides/notesSlide4.xml" Id="R0c587114a797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8057bac094b8f" /><Relationship Type="http://schemas.openxmlformats.org/officeDocument/2006/relationships/notesSlide" Target="/ppt/notesSlides/notesSlide5.xml" Id="R5e86e19d5262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fe01e8f494f6e" /><Relationship Type="http://schemas.openxmlformats.org/officeDocument/2006/relationships/notesSlide" Target="/ppt/notesSlides/notesSlide6.xml" Id="R7a75539454d8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9a2e187b4139" /><Relationship Type="http://schemas.openxmlformats.org/officeDocument/2006/relationships/notesSlide" Target="/ppt/notesSlides/notesSlide7.xml" Id="R443335edaa4c41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67BB8-C7AC-4188-B5DE-41A55DC3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904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Сириус.Аренда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555FC-E007-4479-A7DB-F7832F4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DBFE"/>
                </a:solidFill>
              </a:defRPr>
            </a:pPr>
            <a:r>
              <a:rPr sz="2100" b="0">
                <a:solidFill>
                  <a:srgbClr val="BFDBFE"/>
                </a:solidFill>
              </a:rPr>
              <a:t>Сервис бронирования пространств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ACFF6-E18E-4731-9071-CEE7F60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ИТ-раунд • Денис Лопатин</a:t>
            </a:r>
          </a:p>
        </p:txBody>
      </p:sp>
    </p:spTree>
    <p:extLst>
      <p:ext uri="{BB962C8B-B14F-4D97-AF65-F5344CB8AC3E}">
        <p14:creationId xmlns:p14="http://schemas.microsoft.com/office/powerpoint/2010/main" val="1747186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C3B72-EA98-4405-9D7A-E796F245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Бронирование без накладок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C536-B1CB-46EC-B7B5-FA6AC902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Задача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22D2A-F4BE-4031-BE03-67080C6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EFFB-26CF-490C-A6C5-EEC6A6C0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Показать свободные учебные пространства и переговорные комнаты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8F5A-A51D-4840-A7BD-13D5814E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Дать пользователю быстрое бронирование на конкретный интервал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596C9-A548-4B24-B58F-86BCD92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Исключить пересечения и предоставить администраторам управление помещениями</a:t>
            </a:r>
          </a:p>
        </p:txBody>
      </p:sp>
    </p:spTree>
    <p:extLst>
      <p:ext uri="{BB962C8B-B14F-4D97-AF65-F5344CB8AC3E}">
        <p14:creationId xmlns:p14="http://schemas.microsoft.com/office/powerpoint/2010/main" val="1614569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9E5CA-E836-4F69-9631-A17DB42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Веб-интерфейс и REST API работают вместе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BCA11-81C1-4699-BFB6-7B5CEE3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Архитектура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D1555-040A-4E92-9A74-BF3CC34B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BDC37-918A-47F2-9D7B-E1DE9ED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HTML / CSS /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9470E-B895-4F77-AB6F-94024C5F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FastAPI + JWT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2CABD-957B-4BE5-B2A3-80261CE6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SQLite + SQLAlchemy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850EB-EB90-483E-80CC-676CC15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Интерфейс показывает карточки комнат, расписание и формы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4A84B-E950-48F5-AFB1-53DAAE7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API проверяет права, время и конфликты бронирования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2A666-1066-45D3-8EF6-EE9B93BD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Данные помещений, пользователей и броней хранятся локально</a:t>
            </a:r>
          </a:p>
        </p:txBody>
      </p:sp>
    </p:spTree>
    <p:extLst>
      <p:ext uri="{BB962C8B-B14F-4D97-AF65-F5344CB8AC3E}">
        <p14:creationId xmlns:p14="http://schemas.microsoft.com/office/powerpoint/2010/main" val="781076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F20C9-61DD-43AF-B151-1D7FE787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Сценарий бронирования защищён правилами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9DC40-5ED3-45F5-8A3D-5162A8E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Демонстрация логики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BA36F-6D0D-415C-9083-8F2CF9E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544D2-2230-42DF-888B-EDC0532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POST /auth/token → JWT-токен пользователя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657FC-54E5-4D65-9593-2E316B2B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GET /rooms/available?start=…&amp;end=… → свободные помещения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D808E-2864-4681-8D71-490DEBD5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POST /bookings → бронь сохраняется только без пересечения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52E0F-2DA5-4576-822E-FC61C25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DELETE /bookings/{id} → отмена владельцем или администратором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F2067-A630-4AD5-BA29-3B2CC1D5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57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Ограничения: 08:00–21:00, минимум 1 час, не более 7 дней вперёд</a:t>
            </a:r>
          </a:p>
        </p:txBody>
      </p:sp>
    </p:spTree>
    <p:extLst>
      <p:ext uri="{BB962C8B-B14F-4D97-AF65-F5344CB8AC3E}">
        <p14:creationId xmlns:p14="http://schemas.microsoft.com/office/powerpoint/2010/main" val="1246051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98A82-E744-4864-BD3E-EFEB06F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API покрывает ключевые операции из ТЗ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9F9C-5372-454D-AD78-E38A930E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Маршруты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4718-40D5-46C8-AA24-84D39A43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DE157-45FD-48E9-B939-B8B8DB6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Пространства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9CEF1-A8CD-49CB-9725-7EDF1C2C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GET /rooms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A384F-9AA7-467D-A94E-0B0C5F6D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POST /rooms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4193-F6F7-439F-BC03-795D667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719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PUT /rooms/{id}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69AA6-F827-465F-A189-DE396B3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DELETE /rooms/{id}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4C32-471D-4EBA-95B6-7DA38E27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Бронирования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25C8F-896D-461E-B4B5-8A59DDF8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POST /bookings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44622-88AD-4D2B-A139-376C0B6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19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DELETE /bookings/{id}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251C3-294E-4DD1-AAA4-08298DD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719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GET /rooms/{id}/bookings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AA983-2E37-4179-AE19-EDA16199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Дополнительно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2E749-D5D0-4F09-82BA-3C345C1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Поиск свободных слотов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62DDC-2611-49DA-A0EF-1955399A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Telegram-уведомления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252E0-061D-46BF-96CE-98D05C2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71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Swagger UI: /docs</a:t>
            </a:r>
          </a:p>
        </p:txBody>
      </p:sp>
    </p:spTree>
    <p:extLst>
      <p:ext uri="{BB962C8B-B14F-4D97-AF65-F5344CB8AC3E}">
        <p14:creationId xmlns:p14="http://schemas.microsoft.com/office/powerpoint/2010/main" val="947986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D7C7A-B70A-49CD-B5C2-D75FE7B0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Технологии выбраны для быстрого и надёжного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1FD1-1EA0-4F6E-B7B8-AB3F0A8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Почему именно этот стек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4C169-34E6-4B4B-945E-DD87510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5FEEF-BD3D-4727-89D2-F582EBC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FastAPI — типизированный REST API и автоматическая документация Swagger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F81DA-895C-400A-A5FD-CCD03C30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SQLAlchemy + SQLite — структурированное локальное хранение без отдельного сервера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F9EA6-BA8D-4603-A08B-81F7B2B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JWT — разделение прав студента и администратора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4FFE0-5CE4-4BE7-9CD2-68174D21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PyInstaller — запуск проекта одним файлом SiriusRent.exe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09B60-FCDB-4DD3-A37F-AF68772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Telegram Bot API — уведомления о важных действиях</a:t>
            </a:r>
          </a:p>
        </p:txBody>
      </p:sp>
    </p:spTree>
    <p:extLst>
      <p:ext uri="{BB962C8B-B14F-4D97-AF65-F5344CB8AC3E}">
        <p14:creationId xmlns:p14="http://schemas.microsoft.com/office/powerpoint/2010/main" val="1088608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800CB-6558-40F0-BB39-7E93D7E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7B542-8EC9-41F4-8DF7-350A97C2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Полный CRUD помещений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9A4EF-E63F-4F1E-9BDD-4D7A4EF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Бронирование и поиск свободных слотов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C9F65-4001-43D1-A4E1-7054771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Роли, уведомления и веб-интерфейс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3A3EC-282E-44BD-BB94-F85CF3A3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• 22 автоматических теста проходят успешно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52094-CC22-43D6-BC0F-1CBD778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DBFE"/>
                </a:solidFill>
              </a:defRPr>
            </a:pPr>
            <a:r>
              <a:rPr sz="1650" b="0">
                <a:solidFill>
                  <a:srgbClr val="BFDBFE"/>
                </a:solidFill>
              </a:rPr>
              <a:t>Документация API: README.md и /docs</a:t>
            </a:r>
          </a:p>
        </p:txBody>
      </p:sp>
    </p:spTree>
    <p:extLst>
      <p:ext uri="{BB962C8B-B14F-4D97-AF65-F5344CB8AC3E}">
        <p14:creationId xmlns:p14="http://schemas.microsoft.com/office/powerpoint/2010/main" val="432954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2026-07-14T08:48:49.2260000Z</dcterms:created>
  <dcterms:modified xsi:type="dcterms:W3CDTF">2026-07-14T08:48:49.2260000Z</dcterms:modified>
</coreProperties>
</file>